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-deck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1614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Applied AI for serious work.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749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5A5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Grayhaven builds custom models and AI agents for healthcare, legal, and banking teams.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-deck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1614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Triage across 3 TB of patient records.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749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5A5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custom model for a regional health system. About 93% accurate.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h-deck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1614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 prove it works first.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749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5A5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AI does not beat what your team uses today, we tell you before you pay to run 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2026-09-23T02:18:49Z</dcterms:created>
  <dcterms:modified xsi:type="dcterms:W3CDTF">2026-09-23T02:18:49Z</dcterms:modified>
</cp:coreProperties>
</file>